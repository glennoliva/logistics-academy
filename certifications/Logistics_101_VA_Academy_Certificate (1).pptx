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7562075" cx="10689325"/>
  <p:notesSz cx="7562075" cy="106893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j5BsLceDGiCFg/iskmkxZwryNE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274320" y="274320"/>
            <a:ext cx="10140696" cy="7013448"/>
          </a:xfrm>
          <a:prstGeom prst="rect">
            <a:avLst/>
          </a:prstGeom>
          <a:noFill/>
          <a:ln cap="flat" cmpd="sng" w="63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38912" y="438912"/>
            <a:ext cx="9811512" cy="6684264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438912" y="438912"/>
            <a:ext cx="9811512" cy="150876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38912" y="1947672"/>
            <a:ext cx="9811512" cy="73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868680" y="1005840"/>
            <a:ext cx="274320" cy="36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868680" y="1115568"/>
            <a:ext cx="219456" cy="36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868680" y="1225296"/>
            <a:ext cx="164592" cy="36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1234440" y="868680"/>
            <a:ext cx="914400" cy="548640"/>
          </a:xfrm>
          <a:prstGeom prst="roundRect">
            <a:avLst>
              <a:gd fmla="val 833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 txBox="1"/>
          <p:nvPr/>
        </p:nvSpPr>
        <p:spPr>
          <a:xfrm>
            <a:off x="1234440" y="86868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101</a:t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194560" y="1033272"/>
            <a:ext cx="411480" cy="384048"/>
          </a:xfrm>
          <a:prstGeom prst="roundRect">
            <a:avLst>
              <a:gd fmla="val 1190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2350008" y="1088136"/>
            <a:ext cx="182880" cy="1280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1463040" y="1325880"/>
            <a:ext cx="219456" cy="219456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2240280" y="1325880"/>
            <a:ext cx="219456" cy="219456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8778240" y="914400"/>
            <a:ext cx="640080" cy="594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8778240" y="731520"/>
            <a:ext cx="640080" cy="1828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8778240" y="1508760"/>
            <a:ext cx="640080" cy="365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8595360" y="1554480"/>
            <a:ext cx="1005840" cy="1828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8759952" y="1600200"/>
            <a:ext cx="128016" cy="9144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9034272" y="1600200"/>
            <a:ext cx="128016" cy="9144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9308592" y="1600200"/>
            <a:ext cx="128016" cy="9144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 txBox="1"/>
          <p:nvPr/>
        </p:nvSpPr>
        <p:spPr>
          <a:xfrm>
            <a:off x="2651760" y="64008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rPr>
              <a:t>LOGISTICS 101 VA ACADEMY</a:t>
            </a:r>
            <a:endParaRPr b="0" i="0" sz="1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2651760" y="914400"/>
            <a:ext cx="5394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CERTIFICATE</a:t>
            </a:r>
            <a:endParaRPr b="0" i="0" sz="4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2651760" y="155448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OF COMPLETION</a:t>
            </a:r>
            <a:endParaRPr b="0" i="0" sz="16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" name="Google Shape;39;p1"/>
          <p:cNvSpPr txBox="1"/>
          <p:nvPr/>
        </p:nvSpPr>
        <p:spPr>
          <a:xfrm>
            <a:off x="914400" y="2240280"/>
            <a:ext cx="88605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eorgia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This is to certify that</a:t>
            </a:r>
            <a:endParaRPr b="0" i="0" sz="16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" name="Google Shape;40;p1"/>
          <p:cNvSpPr txBox="1"/>
          <p:nvPr/>
        </p:nvSpPr>
        <p:spPr>
          <a:xfrm>
            <a:off x="914400" y="2560320"/>
            <a:ext cx="886053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STUDENT NAME</a:t>
            </a:r>
            <a:endParaRPr b="0" i="0" sz="3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41" name="Google Shape;41;p1"/>
          <p:cNvCxnSpPr/>
          <p:nvPr/>
        </p:nvCxnSpPr>
        <p:spPr>
          <a:xfrm>
            <a:off x="2926080" y="3337560"/>
            <a:ext cx="484632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1"/>
          <p:cNvSpPr txBox="1"/>
          <p:nvPr/>
        </p:nvSpPr>
        <p:spPr>
          <a:xfrm>
            <a:off x="914400" y="3474720"/>
            <a:ext cx="88605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eorgia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has successfully completed all 8 modules of the</a:t>
            </a:r>
            <a:endParaRPr b="0" i="0" sz="16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" name="Google Shape;43;p1"/>
          <p:cNvSpPr txBox="1"/>
          <p:nvPr/>
        </p:nvSpPr>
        <p:spPr>
          <a:xfrm>
            <a:off x="914400" y="3794760"/>
            <a:ext cx="88605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LOGISTICS 101 TRAINING COURSE</a:t>
            </a:r>
            <a:endParaRPr b="0" i="0" sz="2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" name="Google Shape;44;p1"/>
          <p:cNvSpPr txBox="1"/>
          <p:nvPr/>
        </p:nvSpPr>
        <p:spPr>
          <a:xfrm>
            <a:off x="914400" y="4251960"/>
            <a:ext cx="88605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Georgia"/>
              <a:buNone/>
            </a:pPr>
            <a:r>
              <a:rPr b="0" i="1" lang="en-US" sz="1400" u="none" cap="none" strike="noStrik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rPr>
              <a:t>3PL freight brokerage for virtual assistants</a:t>
            </a:r>
            <a:endParaRPr b="0" i="0" sz="1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932688" y="4663440"/>
            <a:ext cx="2103120" cy="292608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"/>
          <p:cNvSpPr txBox="1"/>
          <p:nvPr/>
        </p:nvSpPr>
        <p:spPr>
          <a:xfrm>
            <a:off x="932688" y="466344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Logistics Fundamentals</a:t>
            </a:r>
            <a:endParaRPr b="0" i="0" sz="1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3172968" y="4663440"/>
            <a:ext cx="2103120" cy="292608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"/>
          <p:cNvSpPr txBox="1"/>
          <p:nvPr/>
        </p:nvSpPr>
        <p:spPr>
          <a:xfrm>
            <a:off x="3172968" y="466344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Trucks &amp; Equipment</a:t>
            </a:r>
            <a:endParaRPr b="0" i="0" sz="1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5413248" y="4663440"/>
            <a:ext cx="2103120" cy="292608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"/>
          <p:cNvSpPr txBox="1"/>
          <p:nvPr/>
        </p:nvSpPr>
        <p:spPr>
          <a:xfrm>
            <a:off x="5413248" y="466344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Carrier Sourcing</a:t>
            </a:r>
            <a:endParaRPr b="0" i="0" sz="1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7653528" y="4663440"/>
            <a:ext cx="2103120" cy="292608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"/>
          <p:cNvSpPr txBox="1"/>
          <p:nvPr/>
        </p:nvSpPr>
        <p:spPr>
          <a:xfrm>
            <a:off x="7653528" y="466344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Booking &amp; Rate Negotiation</a:t>
            </a:r>
            <a:endParaRPr b="0" i="0" sz="1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932688" y="5047488"/>
            <a:ext cx="2103120" cy="292608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"/>
          <p:cNvSpPr txBox="1"/>
          <p:nvPr/>
        </p:nvSpPr>
        <p:spPr>
          <a:xfrm>
            <a:off x="932688" y="5047488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Documents</a:t>
            </a:r>
            <a:endParaRPr b="0" i="0" sz="1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3172968" y="5047488"/>
            <a:ext cx="2103120" cy="292608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"/>
          <p:cNvSpPr txBox="1"/>
          <p:nvPr/>
        </p:nvSpPr>
        <p:spPr>
          <a:xfrm>
            <a:off x="3172968" y="5047488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Dispatch &amp; Track &amp; Trace</a:t>
            </a:r>
            <a:endParaRPr b="0" i="0" sz="1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5413248" y="5047488"/>
            <a:ext cx="2103120" cy="292608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"/>
          <p:cNvSpPr txBox="1"/>
          <p:nvPr/>
        </p:nvSpPr>
        <p:spPr>
          <a:xfrm>
            <a:off x="5413248" y="5047488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Accessorials</a:t>
            </a:r>
            <a:endParaRPr b="0" i="0" sz="1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7653528" y="5047488"/>
            <a:ext cx="2103120" cy="292608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"/>
          <p:cNvSpPr txBox="1"/>
          <p:nvPr/>
        </p:nvSpPr>
        <p:spPr>
          <a:xfrm>
            <a:off x="7653528" y="5047488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Delivery &amp; Load Closing</a:t>
            </a:r>
            <a:endParaRPr b="0" i="0" sz="1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61" name="Google Shape;61;p1"/>
          <p:cNvCxnSpPr/>
          <p:nvPr/>
        </p:nvCxnSpPr>
        <p:spPr>
          <a:xfrm>
            <a:off x="1188720" y="6263640"/>
            <a:ext cx="283464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"/>
          <p:cNvSpPr txBox="1"/>
          <p:nvPr/>
        </p:nvSpPr>
        <p:spPr>
          <a:xfrm>
            <a:off x="1188720" y="630936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DATE ISSUED</a:t>
            </a:r>
            <a:endParaRPr b="0" i="0" sz="11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63" name="Google Shape;63;p1"/>
          <p:cNvCxnSpPr/>
          <p:nvPr/>
        </p:nvCxnSpPr>
        <p:spPr>
          <a:xfrm>
            <a:off x="6675120" y="6263640"/>
            <a:ext cx="283464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sig.png" id="64" name="Google Shape;6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760" y="5559552"/>
            <a:ext cx="1737360" cy="681483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"/>
          <p:cNvSpPr txBox="1"/>
          <p:nvPr/>
        </p:nvSpPr>
        <p:spPr>
          <a:xfrm>
            <a:off x="6675120" y="630936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Angela Valiente  ·  Trainer</a:t>
            </a:r>
            <a:endParaRPr b="0" i="0" sz="11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6" name="Google Shape;66;p1"/>
          <p:cNvSpPr/>
          <p:nvPr/>
        </p:nvSpPr>
        <p:spPr>
          <a:xfrm rot="720000">
            <a:off x="5015484" y="5989320"/>
            <a:ext cx="274320" cy="7772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"/>
          <p:cNvSpPr/>
          <p:nvPr/>
        </p:nvSpPr>
        <p:spPr>
          <a:xfrm rot="-720000">
            <a:off x="5399532" y="5989320"/>
            <a:ext cx="274320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"/>
          <p:cNvSpPr/>
          <p:nvPr/>
        </p:nvSpPr>
        <p:spPr>
          <a:xfrm>
            <a:off x="4750308" y="5349240"/>
            <a:ext cx="1188720" cy="1188720"/>
          </a:xfrm>
          <a:prstGeom prst="ellipse">
            <a:avLst/>
          </a:prstGeom>
          <a:solidFill>
            <a:schemeClr val="accent1"/>
          </a:solidFill>
          <a:ln cap="flat" cmpd="sng" w="317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"/>
          <p:cNvSpPr/>
          <p:nvPr/>
        </p:nvSpPr>
        <p:spPr>
          <a:xfrm>
            <a:off x="4869180" y="5468112"/>
            <a:ext cx="950976" cy="95097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"/>
          <p:cNvSpPr txBox="1"/>
          <p:nvPr/>
        </p:nvSpPr>
        <p:spPr>
          <a:xfrm>
            <a:off x="4869180" y="5468112"/>
            <a:ext cx="950976" cy="950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rPr>
              <a:t>★</a:t>
            </a:r>
            <a:endParaRPr b="0" i="0" sz="9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rPr>
              <a:t>CERTIFIED</a:t>
            </a:r>
            <a:endParaRPr b="0" i="0" sz="9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rPr>
              <a:t>★</a:t>
            </a:r>
            <a:endParaRPr b="0" i="0" sz="9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914400" y="6839712"/>
            <a:ext cx="88605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Certificate ID: LVA-2026-0001</a:t>
            </a:r>
            <a:endParaRPr b="0" i="0" sz="11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ogistics101">
  <a:themeElements>
    <a:clrScheme name="Logistics101">
      <a:dk1>
        <a:srgbClr val="1E3A5F"/>
      </a:dk1>
      <a:lt1>
        <a:srgbClr val="FFFFFF"/>
      </a:lt1>
      <a:dk2>
        <a:srgbClr val="C9A66B"/>
      </a:dk2>
      <a:lt2>
        <a:srgbClr val="FFF8EE"/>
      </a:lt2>
      <a:accent1>
        <a:srgbClr val="F28C28"/>
      </a:accent1>
      <a:accent2>
        <a:srgbClr val="D9730D"/>
      </a:accent2>
      <a:accent3>
        <a:srgbClr val="FFD9A8"/>
      </a:accent3>
      <a:accent4>
        <a:srgbClr val="C9A66B"/>
      </a:accent4>
      <a:accent5>
        <a:srgbClr val="5B8DEF"/>
      </a:accent5>
      <a:accent6>
        <a:srgbClr val="7A5AF8"/>
      </a:accent6>
      <a:hlink>
        <a:srgbClr val="5B8DEF"/>
      </a:hlink>
      <a:folHlink>
        <a:srgbClr val="7A5AF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ogistics101">
  <a:themeElements>
    <a:clrScheme name="Logistics101">
      <a:dk1>
        <a:srgbClr val="1E3A5F"/>
      </a:dk1>
      <a:lt1>
        <a:srgbClr val="FFFFFF"/>
      </a:lt1>
      <a:dk2>
        <a:srgbClr val="C9A66B"/>
      </a:dk2>
      <a:lt2>
        <a:srgbClr val="FFF8EE"/>
      </a:lt2>
      <a:accent1>
        <a:srgbClr val="F28C28"/>
      </a:accent1>
      <a:accent2>
        <a:srgbClr val="D9730D"/>
      </a:accent2>
      <a:accent3>
        <a:srgbClr val="FFD9A8"/>
      </a:accent3>
      <a:accent4>
        <a:srgbClr val="C9A66B"/>
      </a:accent4>
      <a:accent5>
        <a:srgbClr val="5B8DEF"/>
      </a:accent5>
      <a:accent6>
        <a:srgbClr val="7A5AF8"/>
      </a:accent6>
      <a:hlink>
        <a:srgbClr val="5B8DEF"/>
      </a:hlink>
      <a:folHlink>
        <a:srgbClr val="7A5AF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2026-10-03T11:27:52Z</dcterms:created>
  <dc:creator>PptxGenJS</dc:creator>
</cp:coreProperties>
</file>